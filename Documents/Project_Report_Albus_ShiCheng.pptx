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handoutMasterIdLst>
    <p:handoutMasterId r:id="rId11"/>
  </p:handoutMasterIdLst>
  <p:sldIdLst>
    <p:sldId id="256" r:id="rId2"/>
    <p:sldId id="258" r:id="rId3"/>
    <p:sldId id="257" r:id="rId4"/>
    <p:sldId id="260" r:id="rId5"/>
    <p:sldId id="259" r:id="rId6"/>
    <p:sldId id="264" r:id="rId7"/>
    <p:sldId id="265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GUERRA SEAN NATHAN ALBUS POLICARPIO" userId="b75c1551-e6da-40c4-ae9b-f084f43dfc66" providerId="ADAL" clId="{33EDBE9A-D27F-4294-9B34-FA85FD55986B}"/>
    <pc:docChg chg="modSld">
      <pc:chgData name="ESGUERRA SEAN NATHAN ALBUS POLICARPIO" userId="b75c1551-e6da-40c4-ae9b-f084f43dfc66" providerId="ADAL" clId="{33EDBE9A-D27F-4294-9B34-FA85FD55986B}" dt="2026-07-21T11:55:14.890" v="273" actId="20577"/>
      <pc:docMkLst>
        <pc:docMk/>
      </pc:docMkLst>
      <pc:sldChg chg="modSp mod">
        <pc:chgData name="ESGUERRA SEAN NATHAN ALBUS POLICARPIO" userId="b75c1551-e6da-40c4-ae9b-f084f43dfc66" providerId="ADAL" clId="{33EDBE9A-D27F-4294-9B34-FA85FD55986B}" dt="2026-07-21T11:53:22.963" v="121" actId="20577"/>
        <pc:sldMkLst>
          <pc:docMk/>
          <pc:sldMk cId="1128485126" sldId="256"/>
        </pc:sldMkLst>
        <pc:spChg chg="mod">
          <ac:chgData name="ESGUERRA SEAN NATHAN ALBUS POLICARPIO" userId="b75c1551-e6da-40c4-ae9b-f084f43dfc66" providerId="ADAL" clId="{33EDBE9A-D27F-4294-9B34-FA85FD55986B}" dt="2026-07-21T11:52:59.035" v="1" actId="20577"/>
          <ac:spMkLst>
            <pc:docMk/>
            <pc:sldMk cId="1128485126" sldId="256"/>
            <ac:spMk id="2" creationId="{00000000-0000-0000-0000-000000000000}"/>
          </ac:spMkLst>
        </pc:spChg>
        <pc:spChg chg="mod">
          <ac:chgData name="ESGUERRA SEAN NATHAN ALBUS POLICARPIO" userId="b75c1551-e6da-40c4-ae9b-f084f43dfc66" providerId="ADAL" clId="{33EDBE9A-D27F-4294-9B34-FA85FD55986B}" dt="2026-07-21T11:53:22.963" v="121" actId="20577"/>
          <ac:spMkLst>
            <pc:docMk/>
            <pc:sldMk cId="1128485126" sldId="256"/>
            <ac:spMk id="3" creationId="{00000000-0000-0000-0000-000000000000}"/>
          </ac:spMkLst>
        </pc:spChg>
      </pc:sldChg>
      <pc:sldChg chg="modSp mod">
        <pc:chgData name="ESGUERRA SEAN NATHAN ALBUS POLICARPIO" userId="b75c1551-e6da-40c4-ae9b-f084f43dfc66" providerId="ADAL" clId="{33EDBE9A-D27F-4294-9B34-FA85FD55986B}" dt="2026-07-21T11:55:14.890" v="273" actId="20577"/>
        <pc:sldMkLst>
          <pc:docMk/>
          <pc:sldMk cId="3070385147" sldId="258"/>
        </pc:sldMkLst>
        <pc:graphicFrameChg chg="modGraphic">
          <ac:chgData name="ESGUERRA SEAN NATHAN ALBUS POLICARPIO" userId="b75c1551-e6da-40c4-ae9b-f084f43dfc66" providerId="ADAL" clId="{33EDBE9A-D27F-4294-9B34-FA85FD55986B}" dt="2026-07-21T11:55:14.890" v="273" actId="20577"/>
          <ac:graphicFrameMkLst>
            <pc:docMk/>
            <pc:sldMk cId="3070385147" sldId="258"/>
            <ac:graphicFrameMk id="4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09F0B-DEFF-415A-8FAB-9D8F03D4EB4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0403F-14CF-42F1-B54B-7D832A714D0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58347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E5C6BD-9ED3-4BAF-88D5-419B951E060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1D9DE4-D653-4DCF-9964-86EC253399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1304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E5C6BD-9ED3-4BAF-88D5-419B951E060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1D9DE4-D653-4DCF-9964-86EC253399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49405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E5C6BD-9ED3-4BAF-88D5-419B951E060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1D9DE4-D653-4DCF-9964-86EC253399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216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E5C6BD-9ED3-4BAF-88D5-419B951E060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1D9DE4-D653-4DCF-9964-86EC253399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020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E5C6BD-9ED3-4BAF-88D5-419B951E060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1D9DE4-D653-4DCF-9964-86EC253399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571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E5C6BD-9ED3-4BAF-88D5-419B951E060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1D9DE4-D653-4DCF-9964-86EC253399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69521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E5C6BD-9ED3-4BAF-88D5-419B951E060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1D9DE4-D653-4DCF-9964-86EC253399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6767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E5C6BD-9ED3-4BAF-88D5-419B951E060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1D9DE4-D653-4DCF-9964-86EC253399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4579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E5C6BD-9ED3-4BAF-88D5-419B951E060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1D9DE4-D653-4DCF-9964-86EC253399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4705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E5C6BD-9ED3-4BAF-88D5-419B951E060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1D9DE4-D653-4DCF-9964-86EC253399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131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E5C6BD-9ED3-4BAF-88D5-419B951E0603}" type="datetimeFigureOut">
              <a:rPr lang="en-SG" smtClean="0"/>
              <a:t>21/7/2026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C1D9DE4-D653-4DCF-9964-86EC253399D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736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265471" y="631190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OOP Project Report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5173611" y="6371281"/>
            <a:ext cx="1181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A0CD9C-AB40-4967-8603-636B1BB91443}" type="slidenum">
              <a:rPr lang="en-US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‹#›</a:t>
            </a:fld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6210375"/>
            <a:ext cx="12192000" cy="11686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1">
            <a:extLst>
              <a:ext uri="{FF2B5EF4-FFF2-40B4-BE49-F238E27FC236}">
                <a16:creationId xmlns:a16="http://schemas.microsoft.com/office/drawing/2014/main" id="{A1DC6E3D-83B5-4142-972D-2DB57F5191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5104" y="6398752"/>
            <a:ext cx="124142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703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45015"/>
          </a:xfrm>
        </p:spPr>
        <p:txBody>
          <a:bodyPr>
            <a:normAutofit fontScale="90000"/>
          </a:bodyPr>
          <a:lstStyle/>
          <a:p>
            <a:r>
              <a:rPr lang="en-SG" b="1" dirty="0">
                <a:latin typeface="+mn-lt"/>
              </a:rPr>
              <a:t>Final Project Report (Week 17)</a:t>
            </a:r>
            <a:br>
              <a:rPr lang="en-SG" b="1" dirty="0">
                <a:latin typeface="+mn-lt"/>
              </a:rPr>
            </a:br>
            <a:r>
              <a:rPr lang="en-SG" b="1" dirty="0">
                <a:latin typeface="+mn-lt"/>
              </a:rPr>
              <a:t>PE0</a:t>
            </a:r>
            <a:r>
              <a:rPr lang="en-SG" b="1" dirty="0">
                <a:solidFill>
                  <a:srgbClr val="FF0000"/>
                </a:solidFill>
                <a:latin typeface="+mn-lt"/>
              </a:rPr>
              <a:t>4</a:t>
            </a:r>
            <a:endParaRPr lang="en-SG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4133"/>
            <a:ext cx="9144000" cy="2946400"/>
          </a:xfrm>
        </p:spPr>
        <p:txBody>
          <a:bodyPr>
            <a:normAutofit/>
          </a:bodyPr>
          <a:lstStyle/>
          <a:p>
            <a:endParaRPr lang="en-SG" dirty="0"/>
          </a:p>
          <a:p>
            <a:r>
              <a:rPr lang="en-SG" dirty="0"/>
              <a:t>Sean Nathan Albus Policarpio Esguerra (2500244E)</a:t>
            </a:r>
          </a:p>
          <a:p>
            <a:r>
              <a:rPr lang="en-SG" dirty="0"/>
              <a:t>Student 2 Full Name (Admin No)</a:t>
            </a:r>
          </a:p>
          <a:p>
            <a:r>
              <a:rPr lang="en-SG" b="1" dirty="0"/>
              <a:t>The Super Sandwich Store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28485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66" y="0"/>
            <a:ext cx="3743738" cy="725557"/>
          </a:xfrm>
        </p:spPr>
        <p:txBody>
          <a:bodyPr>
            <a:normAutofit/>
          </a:bodyPr>
          <a:lstStyle/>
          <a:p>
            <a:r>
              <a:rPr lang="en-SG" b="1" dirty="0"/>
              <a:t>Demo Flow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794762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592025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45257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Demo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By Who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50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Albus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909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Work Distributions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Shi Cheng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30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800" dirty="0"/>
                        <a:t>Final Class Diagram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Albus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11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Final Story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Albus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033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Project Demo</a:t>
                      </a:r>
                      <a:r>
                        <a:rPr lang="en-SG" baseline="0" dirty="0"/>
                        <a:t> Part 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Albus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735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Project Demo Part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Shi Cheng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009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Shi Cheng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068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385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61" y="106709"/>
            <a:ext cx="3535017" cy="787814"/>
          </a:xfrm>
        </p:spPr>
        <p:txBody>
          <a:bodyPr/>
          <a:lstStyle/>
          <a:p>
            <a:r>
              <a:rPr lang="en-SG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136" y="89452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Project Objectives:</a:t>
            </a:r>
          </a:p>
        </p:txBody>
      </p:sp>
    </p:spTree>
    <p:extLst>
      <p:ext uri="{BB962C8B-B14F-4D97-AF65-F5344CB8AC3E}">
        <p14:creationId xmlns:p14="http://schemas.microsoft.com/office/powerpoint/2010/main" val="412535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34278"/>
          </a:xfrm>
        </p:spPr>
        <p:txBody>
          <a:bodyPr/>
          <a:lstStyle/>
          <a:p>
            <a:r>
              <a:rPr lang="en-SG" b="1" dirty="0"/>
              <a:t>Tasks Allocation/Work Distribution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7077644"/>
              </p:ext>
            </p:extLst>
          </p:nvPr>
        </p:nvGraphicFramePr>
        <p:xfrm>
          <a:off x="281152" y="1334490"/>
          <a:ext cx="10515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526">
                  <a:extLst>
                    <a:ext uri="{9D8B030D-6E8A-4147-A177-3AD203B41FA5}">
                      <a16:colId xmlns:a16="http://schemas.microsoft.com/office/drawing/2014/main" val="295288372"/>
                    </a:ext>
                  </a:extLst>
                </a:gridCol>
                <a:gridCol w="2539274">
                  <a:extLst>
                    <a:ext uri="{9D8B030D-6E8A-4147-A177-3AD203B41FA5}">
                      <a16:colId xmlns:a16="http://schemas.microsoft.com/office/drawing/2014/main" val="15842416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001745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07344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Task</a:t>
                      </a:r>
                      <a:r>
                        <a:rPr lang="en-SG" baseline="0" dirty="0"/>
                        <a:t> Items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By 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By 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Completion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82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Final Class Diagram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Student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DD/MM/YYYY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61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r>
                        <a:rPr lang="en-SG" dirty="0" err="1"/>
                        <a:t>ntegration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DD/MM/YYYY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357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….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Submit documentation</a:t>
                      </a:r>
                      <a:r>
                        <a:rPr lang="en-SG" baseline="0" dirty="0"/>
                        <a:t> on LMS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Student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DD/MM/YYYY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98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658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3468"/>
            <a:ext cx="4986766" cy="357609"/>
          </a:xfrm>
        </p:spPr>
        <p:txBody>
          <a:bodyPr>
            <a:noAutofit/>
          </a:bodyPr>
          <a:lstStyle/>
          <a:p>
            <a:r>
              <a:rPr lang="en-SG" b="1" dirty="0"/>
              <a:t>Final 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4C98F-7E53-BB89-9C8D-B751A5616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61" y="752199"/>
            <a:ext cx="5294243" cy="460375"/>
          </a:xfrm>
        </p:spPr>
        <p:txBody>
          <a:bodyPr>
            <a:normAutofit lnSpcReduction="10000"/>
          </a:bodyPr>
          <a:lstStyle/>
          <a:p>
            <a:r>
              <a:rPr lang="en-SG" dirty="0">
                <a:solidFill>
                  <a:srgbClr val="FF9900"/>
                </a:solidFill>
              </a:rPr>
              <a:t>Screen Capture</a:t>
            </a:r>
          </a:p>
        </p:txBody>
      </p:sp>
    </p:spTree>
    <p:extLst>
      <p:ext uri="{BB962C8B-B14F-4D97-AF65-F5344CB8AC3E}">
        <p14:creationId xmlns:p14="http://schemas.microsoft.com/office/powerpoint/2010/main" val="3008362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54765"/>
          </a:xfrm>
        </p:spPr>
        <p:txBody>
          <a:bodyPr/>
          <a:lstStyle/>
          <a:p>
            <a:r>
              <a:rPr lang="en-SG" b="1" dirty="0"/>
              <a:t>Final Story Board (Project Screenshots)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61" y="752199"/>
            <a:ext cx="5294243" cy="460375"/>
          </a:xfrm>
        </p:spPr>
        <p:txBody>
          <a:bodyPr>
            <a:normAutofit lnSpcReduction="10000"/>
          </a:bodyPr>
          <a:lstStyle/>
          <a:p>
            <a:r>
              <a:rPr lang="en-SG" dirty="0">
                <a:solidFill>
                  <a:srgbClr val="FF9900"/>
                </a:solidFill>
              </a:rPr>
              <a:t>Each screen comes with a caption</a:t>
            </a:r>
          </a:p>
        </p:txBody>
      </p:sp>
    </p:spTree>
    <p:extLst>
      <p:ext uri="{BB962C8B-B14F-4D97-AF65-F5344CB8AC3E}">
        <p14:creationId xmlns:p14="http://schemas.microsoft.com/office/powerpoint/2010/main" val="3395604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022" y="246980"/>
            <a:ext cx="10515600" cy="986597"/>
          </a:xfrm>
        </p:spPr>
        <p:txBody>
          <a:bodyPr>
            <a:normAutofit fontScale="90000"/>
          </a:bodyPr>
          <a:lstStyle/>
          <a:p>
            <a:r>
              <a:rPr lang="en-SG" b="1" dirty="0"/>
              <a:t>Project Demo (No need to write anything on this slide, start demonstrating your project here)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550" y="1862568"/>
            <a:ext cx="10515600" cy="3958949"/>
          </a:xfrm>
        </p:spPr>
        <p:txBody>
          <a:bodyPr/>
          <a:lstStyle/>
          <a:p>
            <a:r>
              <a:rPr lang="en-SG" dirty="0"/>
              <a:t>Student 1 to Demo Project</a:t>
            </a:r>
          </a:p>
          <a:p>
            <a:r>
              <a:rPr lang="en-SG" dirty="0"/>
              <a:t>Student 2 to Demo Project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82331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2653748" cy="618849"/>
          </a:xfrm>
        </p:spPr>
        <p:txBody>
          <a:bodyPr>
            <a:normAutofit fontScale="90000"/>
          </a:bodyPr>
          <a:lstStyle/>
          <a:p>
            <a:r>
              <a:rPr lang="en-SG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791" y="811834"/>
            <a:ext cx="10515600" cy="2398505"/>
          </a:xfrm>
        </p:spPr>
        <p:txBody>
          <a:bodyPr/>
          <a:lstStyle/>
          <a:p>
            <a:r>
              <a:rPr lang="en-SG" dirty="0"/>
              <a:t>State if project objectives were met</a:t>
            </a:r>
          </a:p>
          <a:p>
            <a:r>
              <a:rPr lang="en-SG" dirty="0"/>
              <a:t>Explanation/reasons for not meeting objectives</a:t>
            </a:r>
          </a:p>
          <a:p>
            <a:r>
              <a:rPr lang="en-SG" dirty="0"/>
              <a:t>State the limitations of your program, if any.</a:t>
            </a:r>
          </a:p>
          <a:p>
            <a:r>
              <a:rPr lang="en-SG" dirty="0"/>
              <a:t>State two most important things you learned about OOP in this project.</a:t>
            </a:r>
            <a:endParaRPr lang="en-S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15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28179"/>
          </a:xfrm>
        </p:spPr>
        <p:txBody>
          <a:bodyPr/>
          <a:lstStyle/>
          <a:p>
            <a:r>
              <a:rPr lang="en-SG" b="1" dirty="0">
                <a:solidFill>
                  <a:srgbClr val="FF0000"/>
                </a:solidFill>
              </a:rPr>
              <a:t>Instructions for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426" y="990738"/>
            <a:ext cx="10515600" cy="4351338"/>
          </a:xfrm>
        </p:spPr>
        <p:txBody>
          <a:bodyPr>
            <a:normAutofit/>
          </a:bodyPr>
          <a:lstStyle/>
          <a:p>
            <a:r>
              <a:rPr lang="en-SG" dirty="0">
                <a:solidFill>
                  <a:srgbClr val="000099"/>
                </a:solidFill>
              </a:rPr>
              <a:t>Report filename (PPT): PE0x_Pyy_FinalReport.pptx</a:t>
            </a:r>
          </a:p>
          <a:p>
            <a:r>
              <a:rPr lang="en-SG" dirty="0">
                <a:solidFill>
                  <a:srgbClr val="000099"/>
                </a:solidFill>
              </a:rPr>
              <a:t>Zip your </a:t>
            </a:r>
            <a:r>
              <a:rPr lang="en-SG" b="1" dirty="0">
                <a:solidFill>
                  <a:srgbClr val="000099"/>
                </a:solidFill>
              </a:rPr>
              <a:t>Project Folder </a:t>
            </a:r>
            <a:r>
              <a:rPr lang="en-SG" dirty="0">
                <a:solidFill>
                  <a:srgbClr val="000099"/>
                </a:solidFill>
              </a:rPr>
              <a:t>together with the </a:t>
            </a:r>
            <a:r>
              <a:rPr lang="en-SG" b="1" dirty="0">
                <a:solidFill>
                  <a:srgbClr val="000099"/>
                </a:solidFill>
              </a:rPr>
              <a:t>pptx</a:t>
            </a:r>
            <a:r>
              <a:rPr lang="en-SG" dirty="0">
                <a:solidFill>
                  <a:srgbClr val="000099"/>
                </a:solidFill>
              </a:rPr>
              <a:t>. Filename: PE0x_Pyy.zip (</a:t>
            </a:r>
            <a:r>
              <a:rPr lang="en-SG" dirty="0" err="1">
                <a:solidFill>
                  <a:srgbClr val="000099"/>
                </a:solidFill>
              </a:rPr>
              <a:t>eg</a:t>
            </a:r>
            <a:r>
              <a:rPr lang="en-SG" dirty="0">
                <a:solidFill>
                  <a:srgbClr val="000099"/>
                </a:solidFill>
              </a:rPr>
              <a:t>: PE01_P08.zip).</a:t>
            </a:r>
          </a:p>
          <a:p>
            <a:r>
              <a:rPr lang="en-SG" dirty="0">
                <a:solidFill>
                  <a:srgbClr val="000099"/>
                </a:solidFill>
              </a:rPr>
              <a:t>Upload to LMS -&gt;Project -&gt;  Final Project Submission-&gt; Zip file only.</a:t>
            </a:r>
          </a:p>
          <a:p>
            <a:endParaRPr lang="en-SG" dirty="0">
              <a:solidFill>
                <a:srgbClr val="000099"/>
              </a:solidFill>
            </a:endParaRPr>
          </a:p>
          <a:p>
            <a:pPr marL="0" indent="0">
              <a:buNone/>
            </a:pPr>
            <a:r>
              <a:rPr lang="en-SG" dirty="0">
                <a:solidFill>
                  <a:srgbClr val="000099"/>
                </a:solidFill>
              </a:rPr>
              <a:t>Note</a:t>
            </a:r>
          </a:p>
          <a:p>
            <a:r>
              <a:rPr lang="en-SG" dirty="0">
                <a:solidFill>
                  <a:srgbClr val="000099"/>
                </a:solidFill>
              </a:rPr>
              <a:t>Java file codes should be properly documented with comments and headings.</a:t>
            </a:r>
          </a:p>
          <a:p>
            <a:r>
              <a:rPr lang="en-SG" dirty="0">
                <a:solidFill>
                  <a:srgbClr val="000099"/>
                </a:solidFill>
              </a:rPr>
              <a:t>Only one (member) submission per group in the LMS.</a:t>
            </a:r>
          </a:p>
          <a:p>
            <a:endParaRPr lang="en-SG" dirty="0">
              <a:solidFill>
                <a:srgbClr val="FF9900"/>
              </a:solidFill>
            </a:endParaRPr>
          </a:p>
          <a:p>
            <a:endParaRPr lang="en-SG" dirty="0">
              <a:solidFill>
                <a:srgbClr val="FF9900"/>
              </a:solidFill>
            </a:endParaRPr>
          </a:p>
          <a:p>
            <a:endParaRPr lang="en-SG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121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16027</TotalTime>
  <Words>277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Final Project Report (Week 17) PE04</vt:lpstr>
      <vt:lpstr>Demo Flow</vt:lpstr>
      <vt:lpstr>Introduction</vt:lpstr>
      <vt:lpstr>Tasks Allocation/Work Distribution</vt:lpstr>
      <vt:lpstr>Final Class Diagram</vt:lpstr>
      <vt:lpstr>Final Story Board (Project Screenshots)</vt:lpstr>
      <vt:lpstr>Project Demo (No need to write anything on this slide, start demonstrating your project here)</vt:lpstr>
      <vt:lpstr>Conclusion</vt:lpstr>
      <vt:lpstr>Instructions for Submission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Interim Review (Week 16)</dc:title>
  <dc:creator>Lee Kum Leong, Steven</dc:creator>
  <cp:lastModifiedBy>ESGUERRA SEAN NATHAN ALBUS POLICARPIO</cp:lastModifiedBy>
  <cp:revision>72</cp:revision>
  <dcterms:created xsi:type="dcterms:W3CDTF">2020-07-29T02:36:49Z</dcterms:created>
  <dcterms:modified xsi:type="dcterms:W3CDTF">2026-07-21T11:55:17Z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69d7fc4-da81-42e5-b309-526f71322d86_Enabled">
    <vt:lpwstr>true</vt:lpwstr>
  </property>
  <property fmtid="{D5CDD505-2E9C-101B-9397-08002B2CF9AE}" pid="3" name="MSIP_Label_f69d7fc4-da81-42e5-b309-526f71322d86_SetDate">
    <vt:lpwstr>2021-04-25T13:51:56Z</vt:lpwstr>
  </property>
  <property fmtid="{D5CDD505-2E9C-101B-9397-08002B2CF9AE}" pid="4" name="MSIP_Label_f69d7fc4-da81-42e5-b309-526f71322d86_Method">
    <vt:lpwstr>Standard</vt:lpwstr>
  </property>
  <property fmtid="{D5CDD505-2E9C-101B-9397-08002B2CF9AE}" pid="5" name="MSIP_Label_f69d7fc4-da81-42e5-b309-526f71322d86_Name">
    <vt:lpwstr>Non Sensitive</vt:lpwstr>
  </property>
  <property fmtid="{D5CDD505-2E9C-101B-9397-08002B2CF9AE}" pid="6" name="MSIP_Label_f69d7fc4-da81-42e5-b309-526f71322d86_SiteId">
    <vt:lpwstr>25a99bf0-8e72-472a-ae50-adfbdf0df6f1</vt:lpwstr>
  </property>
  <property fmtid="{D5CDD505-2E9C-101B-9397-08002B2CF9AE}" pid="7" name="MSIP_Label_f69d7fc4-da81-42e5-b309-526f71322d86_ActionId">
    <vt:lpwstr>110c871f-53fd-4770-bca5-a088fe739d8b</vt:lpwstr>
  </property>
  <property fmtid="{D5CDD505-2E9C-101B-9397-08002B2CF9AE}" pid="8" name="MSIP_Label_f69d7fc4-da81-42e5-b309-526f71322d86_ContentBits">
    <vt:lpwstr>0</vt:lpwstr>
  </property>
</Properties>
</file>